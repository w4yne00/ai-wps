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3"/>
    <p:sldId id="1066" r:id="rId5"/>
    <p:sldId id="1071" r:id="rId6"/>
    <p:sldId id="1072" r:id="rId7"/>
    <p:sldId id="1073" r:id="rId8"/>
    <p:sldId id="1067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31" clrIdx="0"/>
  <p:cmAuthor id="2" name="lixiao" initials="l" lastIdx="3" clrIdx="0"/>
  <p:cmAuthor id="3" name="cuibo" initials="c" lastIdx="4" clrIdx="2"/>
  <p:cmAuthor id="0" name="lenovo" initials="l" lastIdx="1" clrIdx="0"/>
  <p:cmAuthor id="4" name="zougn" initials="z" lastIdx="1" clrIdx="3"/>
  <p:cmAuthor id="5" name="zhaoyuan" initials="z" lastIdx="1" clrIdx="4"/>
  <p:cmAuthor id="7" name="chenxu" initials="c" lastIdx="1" clrIdx="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5E3F1"/>
    <a:srgbClr val="FFC000"/>
    <a:srgbClr val="7F7F7F"/>
    <a:srgbClr val="253B96"/>
    <a:srgbClr val="11298B"/>
    <a:srgbClr val="1026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09" d="100"/>
          <a:sy n="109" d="100"/>
        </p:scale>
        <p:origin x="20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en-US"/>
              <a:t>突出网络与运行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x-non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517904"/>
            <a:ext cx="9144000" cy="1522755"/>
          </a:xfrm>
        </p:spPr>
        <p:txBody>
          <a:bodyPr anchor="b">
            <a:normAutofit/>
          </a:bodyPr>
          <a:lstStyle>
            <a:lvl1pPr algn="ctr">
              <a:defRPr sz="5000" baseline="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720280"/>
            <a:ext cx="9144000" cy="53751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4401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772786"/>
            <a:ext cx="10515600" cy="132556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188043"/>
            <a:ext cx="10515600" cy="298892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53325" y="2762250"/>
            <a:ext cx="4647565" cy="4095115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3230" y="812165"/>
            <a:ext cx="1153541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50875" y="204470"/>
            <a:ext cx="6974205" cy="525780"/>
          </a:xfrm>
        </p:spPr>
        <p:txBody>
          <a:bodyPr>
            <a:noAutofit/>
          </a:bodyPr>
          <a:lstStyle>
            <a:lvl1pPr>
              <a:defRPr sz="3200" u="none" strike="noStrike" kern="1200" cap="none" spc="0" normalizeH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永中粗黑" panose="02010600030101010101" charset="-122"/>
                <a:ea typeface="永中粗黑" panose="02010600030101010101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grpSp>
        <p:nvGrpSpPr>
          <p:cNvPr id="46" name="组合 45"/>
          <p:cNvGrpSpPr/>
          <p:nvPr userDrawn="1"/>
        </p:nvGrpSpPr>
        <p:grpSpPr>
          <a:xfrm>
            <a:off x="98425" y="107315"/>
            <a:ext cx="595630" cy="657225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solidFill>
              <a:srgbClr val="1129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" name="平行四边形 9"/>
          <p:cNvSpPr/>
          <p:nvPr userDrawn="1"/>
        </p:nvSpPr>
        <p:spPr>
          <a:xfrm>
            <a:off x="11263811" y="6432007"/>
            <a:ext cx="827316" cy="304800"/>
          </a:xfrm>
          <a:prstGeom prst="parallelogram">
            <a:avLst>
              <a:gd name="adj" fmla="val 66565"/>
            </a:avLst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433" name="灯片编号占位符 5"/>
          <p:cNvSpPr>
            <a:spLocks noGrp="1"/>
          </p:cNvSpPr>
          <p:nvPr userDrawn="1"/>
        </p:nvSpPr>
        <p:spPr>
          <a:xfrm>
            <a:off x="10415270" y="6397625"/>
            <a:ext cx="1483360" cy="366395"/>
          </a:xfrm>
          <a:prstGeom prst="rect">
            <a:avLst/>
          </a:prstGeom>
          <a:noFill/>
          <a:ln w="9525">
            <a:noFill/>
          </a:ln>
        </p:spPr>
        <p:txBody>
          <a:bodyPr lIns="108780" tIns="54390" rIns="108780" bIns="54390" anchor="ctr"/>
          <a:p>
            <a:pPr indent="0" algn="r"/>
            <a:fld id="{9A0DB2DC-4C9A-4742-B13C-FB6460FD3503}" type="slidenum">
              <a:rPr lang="zh-CN" altLang="en-US" b="1" dirty="0">
                <a:solidFill>
                  <a:schemeClr val="bg1"/>
                </a:solidFill>
                <a:uFillTx/>
                <a:latin typeface="仿宋_GB2312" panose="02010609030101010101" charset="-122"/>
                <a:ea typeface="仿宋_GB2312" panose="02010609030101010101" charset="-122"/>
                <a:sym typeface="Arial" panose="020B0604020202090204" pitchFamily="34" charset="0"/>
              </a:rPr>
            </a:fld>
            <a:endParaRPr lang="zh-CN" altLang="en-US" b="1" dirty="0">
              <a:solidFill>
                <a:schemeClr val="bg1"/>
              </a:solidFill>
              <a:uFillTx/>
              <a:latin typeface="仿宋_GB2312" panose="02010609030101010101" charset="-122"/>
              <a:ea typeface="仿宋_GB2312" panose="02010609030101010101" charset="-122"/>
              <a:sym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4401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847969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2173532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3012831"/>
            <a:ext cx="5157787" cy="3176832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2173532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3012831"/>
            <a:ext cx="5183188" cy="3176832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水, 灯光, 盘子, 游戏机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49978" y="2767576"/>
            <a:ext cx="4642022" cy="4090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13692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2903837"/>
            <a:ext cx="10515600" cy="3273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00735" y="1868170"/>
            <a:ext cx="10619740" cy="2181860"/>
          </a:xfrm>
        </p:spPr>
        <p:txBody>
          <a:bodyPr>
            <a:normAutofit fontScale="90000"/>
          </a:bodyPr>
          <a:lstStyle/>
          <a:p>
            <a:pPr fontAlgn="auto">
              <a:lnSpc>
                <a:spcPct val="140000"/>
              </a:lnSpc>
            </a:pPr>
            <a:r>
              <a:rPr kumimoji="1" lang="en-US" altLang="zh-CN" sz="5400" b="1" dirty="0">
                <a:latin typeface="方正黑体_GBK" panose="02000000000000000000" charset="-122"/>
                <a:ea typeface="方正黑体_GBK" panose="02000000000000000000" charset="-122"/>
              </a:rPr>
              <a:t>XXXXX</a:t>
            </a:r>
            <a:br>
              <a:rPr kumimoji="1" lang="zh-CN" sz="5400" b="1" dirty="0">
                <a:latin typeface="方正黑体_GBK" panose="02000000000000000000" charset="-122"/>
                <a:ea typeface="方正黑体_GBK" panose="02000000000000000000" charset="-122"/>
              </a:rPr>
            </a:br>
            <a:r>
              <a:rPr kumimoji="1" lang="en-US" altLang="zh-CN" sz="5400" b="1" dirty="0">
                <a:latin typeface="方正黑体_GBK" panose="02000000000000000000" charset="-122"/>
                <a:ea typeface="方正黑体_GBK" panose="02000000000000000000" charset="-122"/>
              </a:rPr>
              <a:t>XXXXXX</a:t>
            </a:r>
            <a:r>
              <a:rPr kumimoji="1" lang="zh-CN" altLang="en-US" sz="5400" b="1" dirty="0">
                <a:latin typeface="方正黑体_GBK" panose="02000000000000000000" charset="-122"/>
                <a:ea typeface="方正黑体_GBK" panose="02000000000000000000" charset="-122"/>
              </a:rPr>
              <a:t>中期验收</a:t>
            </a:r>
            <a:r>
              <a:rPr kumimoji="1" lang="en-US" altLang="zh-CN" sz="5400" b="1" dirty="0">
                <a:latin typeface="方正黑体_GBK" panose="02000000000000000000" charset="-122"/>
                <a:ea typeface="方正黑体_GBK" panose="02000000000000000000" charset="-122"/>
              </a:rPr>
              <a:t>汇报</a:t>
            </a:r>
            <a:endParaRPr kumimoji="1" lang="en-US" altLang="zh-CN" sz="5400" b="1" dirty="0">
              <a:latin typeface="方正黑体_GBK" panose="02000000000000000000" charset="-122"/>
              <a:ea typeface="方正黑体_GBK" panose="02000000000000000000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975225"/>
            <a:ext cx="9144000" cy="1367790"/>
          </a:xfrm>
        </p:spPr>
        <p:txBody>
          <a:bodyPr/>
          <a:lstStyle/>
          <a:p>
            <a:r>
              <a:rPr kumimoji="1" lang="en-US" sz="28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永中粗黑" panose="02010600030101010101" charset="-122"/>
              </a:rPr>
              <a:t>XXXX</a:t>
            </a:r>
            <a:r>
              <a:rPr kumimoji="1" lang="en-US" altLang="zh-CN" sz="28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永中粗黑" panose="02010600030101010101" charset="-122"/>
              </a:rPr>
              <a:t>研究院有</a:t>
            </a:r>
            <a:r>
              <a:rPr kumimoji="1" lang="zh-CN" altLang="en-US" sz="28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永中粗黑" panose="02010600030101010101" charset="-122"/>
              </a:rPr>
              <a:t>限公司</a:t>
            </a:r>
            <a:endParaRPr kumimoji="1" lang="en-US" altLang="zh-CN" sz="28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永中粗黑" panose="02010600030101010101" charset="-122"/>
            </a:endParaRPr>
          </a:p>
          <a:p>
            <a:r>
              <a:rPr kumimoji="1" lang="en-US" altLang="zh-CN" sz="28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2026</a:t>
            </a:r>
            <a:r>
              <a:rPr kumimoji="1" lang="zh-CN" altLang="en-US" sz="28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</a:t>
            </a:r>
            <a:r>
              <a:rPr kumimoji="1" lang="en-US" altLang="zh-CN" sz="28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9</a:t>
            </a:r>
            <a:r>
              <a:rPr kumimoji="1" lang="zh-CN" altLang="en-US" sz="28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月</a:t>
            </a:r>
            <a:endParaRPr kumimoji="1" lang="zh-CN" altLang="en-US" sz="28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4293235" y="2642235"/>
            <a:ext cx="5153025" cy="583565"/>
          </a:xfrm>
          <a:prstGeom prst="rect">
            <a:avLst/>
          </a:prstGeom>
        </p:spPr>
        <p:txBody>
          <a:bodyPr wrap="square" anchor="t">
            <a:spAutoFit/>
          </a:bodyPr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sz="3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j-cs"/>
              </a:rPr>
              <a:t>主标题二</a:t>
            </a:r>
            <a:endParaRPr kumimoji="1" lang="zh-CN" sz="3200" b="1" dirty="0" smtClean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charset="-122"/>
              <a:ea typeface="黑体" panose="02010609060101010101" charset="-122"/>
              <a:cs typeface="+mj-cs"/>
            </a:endParaRPr>
          </a:p>
        </p:txBody>
      </p:sp>
      <p:sp>
        <p:nvSpPr>
          <p:cNvPr id="14" name="矩形 2"/>
          <p:cNvSpPr/>
          <p:nvPr>
            <p:custDataLst>
              <p:tags r:id="rId2"/>
            </p:custDataLst>
          </p:nvPr>
        </p:nvSpPr>
        <p:spPr bwMode="auto">
          <a:xfrm>
            <a:off x="3048635" y="2665730"/>
            <a:ext cx="1247775" cy="628015"/>
          </a:xfrm>
          <a:custGeom>
            <a:avLst/>
            <a:gdLst>
              <a:gd name="connsiteX0" fmla="*/ 0 w 763664"/>
              <a:gd name="connsiteY0" fmla="*/ 0 h 508411"/>
              <a:gd name="connsiteX1" fmla="*/ 763664 w 763664"/>
              <a:gd name="connsiteY1" fmla="*/ 0 h 508411"/>
              <a:gd name="connsiteX2" fmla="*/ 763664 w 763664"/>
              <a:gd name="connsiteY2" fmla="*/ 508411 h 508411"/>
              <a:gd name="connsiteX3" fmla="*/ 0 w 763664"/>
              <a:gd name="connsiteY3" fmla="*/ 508411 h 508411"/>
              <a:gd name="connsiteX4" fmla="*/ 0 w 763664"/>
              <a:gd name="connsiteY4" fmla="*/ 0 h 508411"/>
              <a:gd name="connsiteX0-1" fmla="*/ 0 w 763664"/>
              <a:gd name="connsiteY0-2" fmla="*/ 0 h 508411"/>
              <a:gd name="connsiteX1-3" fmla="*/ 717944 w 763664"/>
              <a:gd name="connsiteY1-4" fmla="*/ 0 h 508411"/>
              <a:gd name="connsiteX2-5" fmla="*/ 763664 w 763664"/>
              <a:gd name="connsiteY2-6" fmla="*/ 508411 h 508411"/>
              <a:gd name="connsiteX3-7" fmla="*/ 0 w 763664"/>
              <a:gd name="connsiteY3-8" fmla="*/ 508411 h 508411"/>
              <a:gd name="connsiteX4-9" fmla="*/ 0 w 763664"/>
              <a:gd name="connsiteY4-10" fmla="*/ 0 h 508411"/>
              <a:gd name="connsiteX0-11" fmla="*/ 0 w 847484"/>
              <a:gd name="connsiteY0-12" fmla="*/ 0 h 508411"/>
              <a:gd name="connsiteX1-13" fmla="*/ 717944 w 847484"/>
              <a:gd name="connsiteY1-14" fmla="*/ 0 h 508411"/>
              <a:gd name="connsiteX2-15" fmla="*/ 847484 w 847484"/>
              <a:gd name="connsiteY2-16" fmla="*/ 508411 h 508411"/>
              <a:gd name="connsiteX3-17" fmla="*/ 0 w 847484"/>
              <a:gd name="connsiteY3-18" fmla="*/ 508411 h 508411"/>
              <a:gd name="connsiteX4-19" fmla="*/ 0 w 847484"/>
              <a:gd name="connsiteY4-20" fmla="*/ 0 h 508411"/>
              <a:gd name="connsiteX0-21" fmla="*/ 0 w 847484"/>
              <a:gd name="connsiteY0-22" fmla="*/ 0 h 508411"/>
              <a:gd name="connsiteX1-23" fmla="*/ 622694 w 847484"/>
              <a:gd name="connsiteY1-24" fmla="*/ 3175 h 508411"/>
              <a:gd name="connsiteX2-25" fmla="*/ 847484 w 847484"/>
              <a:gd name="connsiteY2-26" fmla="*/ 508411 h 508411"/>
              <a:gd name="connsiteX3-27" fmla="*/ 0 w 847484"/>
              <a:gd name="connsiteY3-28" fmla="*/ 508411 h 508411"/>
              <a:gd name="connsiteX4-29" fmla="*/ 0 w 847484"/>
              <a:gd name="connsiteY4-30" fmla="*/ 0 h 50841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47484" h="508411">
                <a:moveTo>
                  <a:pt x="0" y="0"/>
                </a:moveTo>
                <a:lnTo>
                  <a:pt x="622694" y="3175"/>
                </a:lnTo>
                <a:lnTo>
                  <a:pt x="847484" y="508411"/>
                </a:lnTo>
                <a:lnTo>
                  <a:pt x="0" y="50841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txBody>
          <a:bodyPr vert="horz" wrap="square" lIns="121920" tIns="60960" rIns="121920" bIns="60960" numCol="1" rtlCol="0" anchor="t" anchorCtr="0" compatLnSpc="1">
            <a:noAutofit/>
          </a:bodyPr>
          <a:p>
            <a:pPr marL="342900" indent="-342900" algn="ctr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000066"/>
              </a:buClr>
              <a:buFont typeface="Wingdings" panose="05000000000000000000" pitchFamily="2" charset="2"/>
              <a:buNone/>
            </a:pPr>
            <a:endParaRPr lang="zh-CN" altLang="en-US" sz="3600" b="1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3"/>
            </p:custDataLst>
          </p:nvPr>
        </p:nvCxnSpPr>
        <p:spPr bwMode="auto">
          <a:xfrm flipV="1">
            <a:off x="3046095" y="3291205"/>
            <a:ext cx="6311265" cy="381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3192145" y="2718435"/>
            <a:ext cx="95377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3600" b="1" dirty="0" smtClean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二</a:t>
            </a:r>
            <a:endParaRPr lang="zh-CN" altLang="en-US" sz="3600" b="1" dirty="0" smtClean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4225290" y="1653540"/>
            <a:ext cx="5190490" cy="583565"/>
          </a:xfrm>
          <a:prstGeom prst="rect">
            <a:avLst/>
          </a:prstGeom>
        </p:spPr>
        <p:txBody>
          <a:bodyPr wrap="square" anchor="t">
            <a:spAutoFit/>
          </a:bodyPr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 smtClean="0">
                <a:solidFill>
                  <a:srgbClr val="11298C"/>
                </a:solidFill>
                <a:latin typeface="黑体" panose="02010609060101010101" charset="-122"/>
                <a:ea typeface="黑体" panose="02010609060101010101" charset="-122"/>
                <a:cs typeface="+mj-cs"/>
              </a:rPr>
              <a:t>主标题一</a:t>
            </a:r>
            <a:endParaRPr kumimoji="1" lang="zh-CN" altLang="en-US" sz="3200" b="1" dirty="0" smtClean="0">
              <a:solidFill>
                <a:srgbClr val="11298C"/>
              </a:solidFill>
              <a:latin typeface="黑体" panose="02010609060101010101" charset="-122"/>
              <a:ea typeface="黑体" panose="02010609060101010101" charset="-122"/>
              <a:cs typeface="+mj-cs"/>
            </a:endParaRPr>
          </a:p>
        </p:txBody>
      </p:sp>
      <p:sp>
        <p:nvSpPr>
          <p:cNvPr id="22" name="矩形 2"/>
          <p:cNvSpPr/>
          <p:nvPr>
            <p:custDataLst>
              <p:tags r:id="rId6"/>
            </p:custDataLst>
          </p:nvPr>
        </p:nvSpPr>
        <p:spPr bwMode="auto">
          <a:xfrm>
            <a:off x="3057525" y="1683385"/>
            <a:ext cx="1169035" cy="588010"/>
          </a:xfrm>
          <a:custGeom>
            <a:avLst/>
            <a:gdLst>
              <a:gd name="connsiteX0" fmla="*/ 0 w 763664"/>
              <a:gd name="connsiteY0" fmla="*/ 0 h 508411"/>
              <a:gd name="connsiteX1" fmla="*/ 763664 w 763664"/>
              <a:gd name="connsiteY1" fmla="*/ 0 h 508411"/>
              <a:gd name="connsiteX2" fmla="*/ 763664 w 763664"/>
              <a:gd name="connsiteY2" fmla="*/ 508411 h 508411"/>
              <a:gd name="connsiteX3" fmla="*/ 0 w 763664"/>
              <a:gd name="connsiteY3" fmla="*/ 508411 h 508411"/>
              <a:gd name="connsiteX4" fmla="*/ 0 w 763664"/>
              <a:gd name="connsiteY4" fmla="*/ 0 h 508411"/>
              <a:gd name="connsiteX0-1" fmla="*/ 0 w 763664"/>
              <a:gd name="connsiteY0-2" fmla="*/ 0 h 508411"/>
              <a:gd name="connsiteX1-3" fmla="*/ 717944 w 763664"/>
              <a:gd name="connsiteY1-4" fmla="*/ 0 h 508411"/>
              <a:gd name="connsiteX2-5" fmla="*/ 763664 w 763664"/>
              <a:gd name="connsiteY2-6" fmla="*/ 508411 h 508411"/>
              <a:gd name="connsiteX3-7" fmla="*/ 0 w 763664"/>
              <a:gd name="connsiteY3-8" fmla="*/ 508411 h 508411"/>
              <a:gd name="connsiteX4-9" fmla="*/ 0 w 763664"/>
              <a:gd name="connsiteY4-10" fmla="*/ 0 h 508411"/>
              <a:gd name="connsiteX0-11" fmla="*/ 0 w 847484"/>
              <a:gd name="connsiteY0-12" fmla="*/ 0 h 508411"/>
              <a:gd name="connsiteX1-13" fmla="*/ 717944 w 847484"/>
              <a:gd name="connsiteY1-14" fmla="*/ 0 h 508411"/>
              <a:gd name="connsiteX2-15" fmla="*/ 847484 w 847484"/>
              <a:gd name="connsiteY2-16" fmla="*/ 508411 h 508411"/>
              <a:gd name="connsiteX3-17" fmla="*/ 0 w 847484"/>
              <a:gd name="connsiteY3-18" fmla="*/ 508411 h 508411"/>
              <a:gd name="connsiteX4-19" fmla="*/ 0 w 847484"/>
              <a:gd name="connsiteY4-20" fmla="*/ 0 h 508411"/>
              <a:gd name="connsiteX0-21" fmla="*/ 0 w 847484"/>
              <a:gd name="connsiteY0-22" fmla="*/ 0 h 508411"/>
              <a:gd name="connsiteX1-23" fmla="*/ 622694 w 847484"/>
              <a:gd name="connsiteY1-24" fmla="*/ 3175 h 508411"/>
              <a:gd name="connsiteX2-25" fmla="*/ 847484 w 847484"/>
              <a:gd name="connsiteY2-26" fmla="*/ 508411 h 508411"/>
              <a:gd name="connsiteX3-27" fmla="*/ 0 w 847484"/>
              <a:gd name="connsiteY3-28" fmla="*/ 508411 h 508411"/>
              <a:gd name="connsiteX4-29" fmla="*/ 0 w 847484"/>
              <a:gd name="connsiteY4-30" fmla="*/ 0 h 50841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47484" h="508411">
                <a:moveTo>
                  <a:pt x="0" y="0"/>
                </a:moveTo>
                <a:lnTo>
                  <a:pt x="622694" y="3175"/>
                </a:lnTo>
                <a:lnTo>
                  <a:pt x="847484" y="508411"/>
                </a:lnTo>
                <a:lnTo>
                  <a:pt x="0" y="508411"/>
                </a:lnTo>
                <a:lnTo>
                  <a:pt x="0" y="0"/>
                </a:lnTo>
                <a:close/>
              </a:path>
            </a:pathLst>
          </a:custGeom>
          <a:solidFill>
            <a:srgbClr val="253B96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t" anchorCtr="0" compatLnSpc="1">
            <a:noAutofit/>
          </a:bodyPr>
          <a:p>
            <a:pPr marL="342900" indent="-342900" algn="ctr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000066"/>
              </a:buClr>
              <a:buFont typeface="Wingdings" panose="05000000000000000000" pitchFamily="2" charset="2"/>
              <a:buNone/>
            </a:pPr>
            <a:endParaRPr lang="zh-CN" altLang="en-US" sz="3600" b="1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23" name="直接连接符 22"/>
          <p:cNvCxnSpPr/>
          <p:nvPr>
            <p:custDataLst>
              <p:tags r:id="rId7"/>
            </p:custDataLst>
          </p:nvPr>
        </p:nvCxnSpPr>
        <p:spPr bwMode="auto">
          <a:xfrm flipV="1">
            <a:off x="3057525" y="2269490"/>
            <a:ext cx="6356985" cy="0"/>
          </a:xfrm>
          <a:prstGeom prst="line">
            <a:avLst/>
          </a:prstGeom>
          <a:ln w="28575">
            <a:solidFill>
              <a:srgbClr val="253B96"/>
            </a:solidFill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" name="矩形 2"/>
          <p:cNvSpPr/>
          <p:nvPr>
            <p:custDataLst>
              <p:tags r:id="rId8"/>
            </p:custDataLst>
          </p:nvPr>
        </p:nvSpPr>
        <p:spPr bwMode="auto">
          <a:xfrm>
            <a:off x="3045460" y="3683635"/>
            <a:ext cx="1247775" cy="628015"/>
          </a:xfrm>
          <a:custGeom>
            <a:avLst/>
            <a:gdLst>
              <a:gd name="connsiteX0" fmla="*/ 0 w 763664"/>
              <a:gd name="connsiteY0" fmla="*/ 0 h 508411"/>
              <a:gd name="connsiteX1" fmla="*/ 763664 w 763664"/>
              <a:gd name="connsiteY1" fmla="*/ 0 h 508411"/>
              <a:gd name="connsiteX2" fmla="*/ 763664 w 763664"/>
              <a:gd name="connsiteY2" fmla="*/ 508411 h 508411"/>
              <a:gd name="connsiteX3" fmla="*/ 0 w 763664"/>
              <a:gd name="connsiteY3" fmla="*/ 508411 h 508411"/>
              <a:gd name="connsiteX4" fmla="*/ 0 w 763664"/>
              <a:gd name="connsiteY4" fmla="*/ 0 h 508411"/>
              <a:gd name="connsiteX0-1" fmla="*/ 0 w 763664"/>
              <a:gd name="connsiteY0-2" fmla="*/ 0 h 508411"/>
              <a:gd name="connsiteX1-3" fmla="*/ 717944 w 763664"/>
              <a:gd name="connsiteY1-4" fmla="*/ 0 h 508411"/>
              <a:gd name="connsiteX2-5" fmla="*/ 763664 w 763664"/>
              <a:gd name="connsiteY2-6" fmla="*/ 508411 h 508411"/>
              <a:gd name="connsiteX3-7" fmla="*/ 0 w 763664"/>
              <a:gd name="connsiteY3-8" fmla="*/ 508411 h 508411"/>
              <a:gd name="connsiteX4-9" fmla="*/ 0 w 763664"/>
              <a:gd name="connsiteY4-10" fmla="*/ 0 h 508411"/>
              <a:gd name="connsiteX0-11" fmla="*/ 0 w 847484"/>
              <a:gd name="connsiteY0-12" fmla="*/ 0 h 508411"/>
              <a:gd name="connsiteX1-13" fmla="*/ 717944 w 847484"/>
              <a:gd name="connsiteY1-14" fmla="*/ 0 h 508411"/>
              <a:gd name="connsiteX2-15" fmla="*/ 847484 w 847484"/>
              <a:gd name="connsiteY2-16" fmla="*/ 508411 h 508411"/>
              <a:gd name="connsiteX3-17" fmla="*/ 0 w 847484"/>
              <a:gd name="connsiteY3-18" fmla="*/ 508411 h 508411"/>
              <a:gd name="connsiteX4-19" fmla="*/ 0 w 847484"/>
              <a:gd name="connsiteY4-20" fmla="*/ 0 h 508411"/>
              <a:gd name="connsiteX0-21" fmla="*/ 0 w 847484"/>
              <a:gd name="connsiteY0-22" fmla="*/ 0 h 508411"/>
              <a:gd name="connsiteX1-23" fmla="*/ 622694 w 847484"/>
              <a:gd name="connsiteY1-24" fmla="*/ 3175 h 508411"/>
              <a:gd name="connsiteX2-25" fmla="*/ 847484 w 847484"/>
              <a:gd name="connsiteY2-26" fmla="*/ 508411 h 508411"/>
              <a:gd name="connsiteX3-27" fmla="*/ 0 w 847484"/>
              <a:gd name="connsiteY3-28" fmla="*/ 508411 h 508411"/>
              <a:gd name="connsiteX4-29" fmla="*/ 0 w 847484"/>
              <a:gd name="connsiteY4-30" fmla="*/ 0 h 50841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47484" h="508411">
                <a:moveTo>
                  <a:pt x="0" y="0"/>
                </a:moveTo>
                <a:lnTo>
                  <a:pt x="622694" y="3175"/>
                </a:lnTo>
                <a:lnTo>
                  <a:pt x="847484" y="508411"/>
                </a:lnTo>
                <a:lnTo>
                  <a:pt x="0" y="50841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txBody>
          <a:bodyPr vert="horz" wrap="square" lIns="121920" tIns="60960" rIns="121920" bIns="60960" numCol="1" rtlCol="0" anchor="t" anchorCtr="0" compatLnSpc="1">
            <a:noAutofit/>
          </a:bodyPr>
          <a:p>
            <a:pPr marL="342900" indent="-342900" algn="ctr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000066"/>
              </a:buClr>
              <a:buFont typeface="Wingdings" panose="05000000000000000000" pitchFamily="2" charset="2"/>
              <a:buNone/>
            </a:pPr>
            <a:endParaRPr lang="zh-CN" altLang="en-US" sz="3600" b="1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4" name="直接连接符 3"/>
          <p:cNvCxnSpPr/>
          <p:nvPr>
            <p:custDataLst>
              <p:tags r:id="rId9"/>
            </p:custDataLst>
          </p:nvPr>
        </p:nvCxnSpPr>
        <p:spPr bwMode="auto">
          <a:xfrm flipV="1">
            <a:off x="3046095" y="4311650"/>
            <a:ext cx="6311265" cy="381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" name="矩形 4"/>
          <p:cNvSpPr/>
          <p:nvPr>
            <p:custDataLst>
              <p:tags r:id="rId10"/>
            </p:custDataLst>
          </p:nvPr>
        </p:nvSpPr>
        <p:spPr>
          <a:xfrm>
            <a:off x="3195320" y="3736340"/>
            <a:ext cx="95377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3600" b="1" dirty="0" smtClean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三</a:t>
            </a:r>
            <a:endParaRPr lang="zh-CN" altLang="en-US" sz="3600" b="1" dirty="0" smtClean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矩形 5"/>
          <p:cNvSpPr/>
          <p:nvPr>
            <p:custDataLst>
              <p:tags r:id="rId11"/>
            </p:custDataLst>
          </p:nvPr>
        </p:nvSpPr>
        <p:spPr>
          <a:xfrm>
            <a:off x="4257675" y="3683635"/>
            <a:ext cx="5099685" cy="583565"/>
          </a:xfrm>
          <a:prstGeom prst="rect">
            <a:avLst/>
          </a:prstGeom>
        </p:spPr>
        <p:txBody>
          <a:bodyPr wrap="square" anchor="t">
            <a:spAutoFit/>
          </a:bodyPr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j-cs"/>
              </a:rPr>
              <a:t>主标题三</a:t>
            </a:r>
            <a:endParaRPr kumimoji="1" lang="zh-CN" altLang="en-US" sz="3200" b="1" dirty="0" smtClean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charset="-122"/>
              <a:ea typeface="黑体" panose="02010609060101010101" charset="-122"/>
              <a:cs typeface="+mj-cs"/>
            </a:endParaRPr>
          </a:p>
        </p:txBody>
      </p:sp>
      <p:sp>
        <p:nvSpPr>
          <p:cNvPr id="20" name="矩形 19"/>
          <p:cNvSpPr/>
          <p:nvPr>
            <p:custDataLst>
              <p:tags r:id="rId12"/>
            </p:custDataLst>
          </p:nvPr>
        </p:nvSpPr>
        <p:spPr>
          <a:xfrm>
            <a:off x="3202940" y="1642110"/>
            <a:ext cx="95377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3600" b="1" dirty="0" smtClean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一</a:t>
            </a:r>
            <a:endParaRPr lang="zh-CN" altLang="en-US" sz="3600" b="1" dirty="0" smtClean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1" lang="zh-CN" altLang="en-US" b="1" dirty="0" smtClean="0">
                <a:solidFill>
                  <a:srgbClr val="11298C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一、</a:t>
            </a:r>
            <a:r>
              <a:rPr kumimoji="1" lang="zh-CN" altLang="en-US" b="1" dirty="0" smtClean="0">
                <a:solidFill>
                  <a:srgbClr val="11298C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主标题</a:t>
            </a:r>
            <a:endParaRPr kumimoji="1" lang="zh-CN" altLang="en-US" b="1" dirty="0" smtClean="0">
              <a:solidFill>
                <a:srgbClr val="11298C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673735" y="918845"/>
            <a:ext cx="11308715" cy="5461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11288C"/>
              </a:gs>
              <a:gs pos="43000">
                <a:srgbClr val="818CBE">
                  <a:alpha val="100000"/>
                </a:srgbClr>
              </a:gs>
              <a:gs pos="16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p>
            <a:endParaRPr lang="en-US" altLang="zh-CN"/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673735" y="918845"/>
            <a:ext cx="10123170" cy="54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3000" u="none" strike="noStrike" kern="1200" cap="none" spc="0" normalizeH="0">
                <a:solidFill>
                  <a:schemeClr val="bg1"/>
                </a:solidFill>
                <a:uFillTx/>
                <a:latin typeface="永中粗黑" panose="02010600030101010101" charset="-122"/>
                <a:ea typeface="永中粗黑" panose="02010600030101010101" charset="-122"/>
              </a:defRPr>
            </a:lvl1pPr>
          </a:lstStyle>
          <a:p>
            <a:r>
              <a:rPr lang="zh-CN" altLang="en-US" sz="2800" smtClean="0">
                <a:sym typeface="+mn-ea"/>
              </a:rPr>
              <a:t>（一）</a:t>
            </a:r>
            <a:r>
              <a:rPr lang="zh-CN" altLang="en-US" sz="2800" smtClean="0">
                <a:sym typeface="+mn-ea"/>
              </a:rPr>
              <a:t>副标题</a:t>
            </a:r>
            <a:endParaRPr lang="zh-CN" altLang="en-US" sz="2800" smtClean="0"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87375" y="918845"/>
            <a:ext cx="0" cy="540000"/>
          </a:xfrm>
          <a:prstGeom prst="line">
            <a:avLst/>
          </a:prstGeom>
          <a:ln w="76200">
            <a:solidFill>
              <a:srgbClr val="1129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61645" y="918845"/>
            <a:ext cx="0" cy="540000"/>
          </a:xfrm>
          <a:prstGeom prst="line">
            <a:avLst/>
          </a:prstGeom>
          <a:ln w="76200">
            <a:solidFill>
              <a:srgbClr val="1129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1" lang="zh-CN" altLang="en-US" b="1" dirty="0" smtClean="0">
                <a:solidFill>
                  <a:srgbClr val="11298C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二、</a:t>
            </a:r>
            <a:r>
              <a:rPr kumimoji="1" lang="zh-CN" altLang="en-US" b="1" dirty="0" smtClean="0">
                <a:solidFill>
                  <a:srgbClr val="11298C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主标题</a:t>
            </a:r>
            <a:endParaRPr kumimoji="1" lang="zh-CN" altLang="en-US" b="1" dirty="0" smtClean="0">
              <a:solidFill>
                <a:srgbClr val="11298C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673735" y="918845"/>
            <a:ext cx="11308715" cy="5461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11288C"/>
              </a:gs>
              <a:gs pos="43000">
                <a:srgbClr val="818CBE">
                  <a:alpha val="100000"/>
                </a:srgbClr>
              </a:gs>
              <a:gs pos="16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p>
            <a:endParaRPr lang="en-US" altLang="zh-CN"/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673735" y="918845"/>
            <a:ext cx="10123170" cy="54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3000" u="none" strike="noStrike" kern="1200" cap="none" spc="0" normalizeH="0">
                <a:solidFill>
                  <a:schemeClr val="bg1"/>
                </a:solidFill>
                <a:uFillTx/>
                <a:latin typeface="永中粗黑" panose="02010600030101010101" charset="-122"/>
                <a:ea typeface="永中粗黑" panose="02010600030101010101" charset="-122"/>
              </a:defRPr>
            </a:lvl1pPr>
          </a:lstStyle>
          <a:p>
            <a:r>
              <a:rPr lang="zh-CN" altLang="en-US" sz="2800" smtClean="0">
                <a:sym typeface="+mn-ea"/>
              </a:rPr>
              <a:t>（</a:t>
            </a:r>
            <a:r>
              <a:rPr lang="zh-CN" altLang="en-US" sz="2800" smtClean="0">
                <a:sym typeface="+mn-ea"/>
              </a:rPr>
              <a:t>二）</a:t>
            </a:r>
            <a:r>
              <a:rPr lang="zh-CN" altLang="en-US" sz="2800" smtClean="0">
                <a:sym typeface="+mn-ea"/>
              </a:rPr>
              <a:t>副标题</a:t>
            </a:r>
            <a:endParaRPr lang="zh-CN" altLang="en-US" sz="2800" smtClean="0"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87375" y="918845"/>
            <a:ext cx="0" cy="540000"/>
          </a:xfrm>
          <a:prstGeom prst="line">
            <a:avLst/>
          </a:prstGeom>
          <a:ln w="76200">
            <a:solidFill>
              <a:srgbClr val="1129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61645" y="918845"/>
            <a:ext cx="0" cy="540000"/>
          </a:xfrm>
          <a:prstGeom prst="line">
            <a:avLst/>
          </a:prstGeom>
          <a:ln w="76200">
            <a:solidFill>
              <a:srgbClr val="1129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1" lang="zh-CN" altLang="en-US" b="1" dirty="0" smtClean="0">
                <a:solidFill>
                  <a:srgbClr val="11298C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三、</a:t>
            </a:r>
            <a:r>
              <a:rPr kumimoji="1" lang="zh-CN" altLang="en-US" b="1" dirty="0" smtClean="0">
                <a:solidFill>
                  <a:srgbClr val="11298C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主标题</a:t>
            </a:r>
            <a:endParaRPr kumimoji="1" lang="zh-CN" altLang="en-US" b="1" dirty="0" smtClean="0">
              <a:solidFill>
                <a:srgbClr val="11298C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673735" y="918845"/>
            <a:ext cx="11308715" cy="5461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11288C"/>
              </a:gs>
              <a:gs pos="43000">
                <a:srgbClr val="818CBE">
                  <a:alpha val="100000"/>
                </a:srgbClr>
              </a:gs>
              <a:gs pos="16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p>
            <a:endParaRPr lang="en-US" altLang="zh-CN"/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673735" y="918845"/>
            <a:ext cx="10123170" cy="54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3000" u="none" strike="noStrike" kern="1200" cap="none" spc="0" normalizeH="0">
                <a:solidFill>
                  <a:schemeClr val="bg1"/>
                </a:solidFill>
                <a:uFillTx/>
                <a:latin typeface="永中粗黑" panose="02010600030101010101" charset="-122"/>
                <a:ea typeface="永中粗黑" panose="02010600030101010101" charset="-122"/>
              </a:defRPr>
            </a:lvl1pPr>
          </a:lstStyle>
          <a:p>
            <a:r>
              <a:rPr lang="zh-CN" altLang="en-US" sz="2800" smtClean="0">
                <a:sym typeface="+mn-ea"/>
              </a:rPr>
              <a:t>（</a:t>
            </a:r>
            <a:r>
              <a:rPr lang="zh-CN" altLang="en-US" sz="2800" smtClean="0">
                <a:sym typeface="+mn-ea"/>
              </a:rPr>
              <a:t>三）</a:t>
            </a:r>
            <a:r>
              <a:rPr lang="zh-CN" altLang="en-US" sz="2800" smtClean="0">
                <a:sym typeface="+mn-ea"/>
              </a:rPr>
              <a:t>副标题</a:t>
            </a:r>
            <a:endParaRPr lang="zh-CN" altLang="en-US" sz="2800" smtClean="0"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87375" y="918845"/>
            <a:ext cx="0" cy="540000"/>
          </a:xfrm>
          <a:prstGeom prst="line">
            <a:avLst/>
          </a:prstGeom>
          <a:ln w="76200">
            <a:solidFill>
              <a:srgbClr val="1129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61645" y="918845"/>
            <a:ext cx="0" cy="540000"/>
          </a:xfrm>
          <a:prstGeom prst="line">
            <a:avLst/>
          </a:prstGeom>
          <a:ln w="76200">
            <a:solidFill>
              <a:srgbClr val="1129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96590" y="2444115"/>
            <a:ext cx="5798820" cy="19380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>
              <a:lnSpc>
                <a:spcPct val="200000"/>
              </a:lnSpc>
            </a:pPr>
            <a:r>
              <a:rPr kumimoji="1" lang="zh-CN" altLang="en-US" sz="4000" b="1" dirty="0">
                <a:solidFill>
                  <a:srgbClr val="FFFF00"/>
                </a:solidFill>
                <a:latin typeface="方正黑体_GBK" panose="02000000000000000000" charset="-122"/>
                <a:ea typeface="方正黑体_GBK" panose="02000000000000000000" charset="-122"/>
                <a:sym typeface="+mn-ea"/>
              </a:rPr>
              <a:t>汇报结束，请批评指正！</a:t>
            </a:r>
            <a:endParaRPr kumimoji="1" lang="zh-CN" altLang="en-US" sz="4000" b="1" dirty="0">
              <a:solidFill>
                <a:schemeClr val="bg1"/>
              </a:solidFill>
              <a:latin typeface="方正黑体_GBK" panose="02000000000000000000" charset="-122"/>
              <a:ea typeface="方正黑体_GBK" panose="02000000000000000000" charset="-122"/>
              <a:sym typeface="+mn-ea"/>
            </a:endParaRPr>
          </a:p>
          <a:p>
            <a:pPr algn="ctr"/>
            <a:endParaRPr kumimoji="1" lang="zh-CN" altLang="en-US" sz="4000" b="1" dirty="0">
              <a:solidFill>
                <a:schemeClr val="bg1"/>
              </a:solidFill>
              <a:latin typeface="方正黑体_GBK" panose="02000000000000000000" charset="-122"/>
              <a:ea typeface="方正黑体_GBK" panose="02000000000000000000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2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3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4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5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6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7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8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9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10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11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12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[BizSecLabel=BQE1MzAxMjlCNjREMjY0RTM2Qjc4MUIwREM3Q0VGRjE3NjlGOEY0NDJFOTM1QjQyQjE5RTk2RkNBNDlCRUU5RUNEQjU5RDhCQzE1N0QwNEY1QTlCMzgwODIyODNCMDA2QzNlZjk4YzkyNjljYmVhNTVhODkwN2QxZWY5ZWQ1NGMwYwAAAAAAAAAAAAAAAAAAAAAAAAAAAA==:MIIBSgIBAQIBBTAZGA8yMDI1MTExOTEyNTE0NloSBjk5OTk5OQwO5pm66Z2W5Y2OfDI2MTQMAAwAMCoMKOS4reWbveWNq+aYn+e9kee7nOmbhuWbouaciemZkOWFrOWPuHwxNzgwMjEwMC4MKuS4reWbveWNq+aYn+e9kee7nOmbhuWbouaciemZkOWFrOWPuHwxNzh8MAwAMAUKAQAxAAQgAAAAAAAAAAAAAAAAAAAAAAAAAAAAAAAAAAAAAAAAAAAKAQEwADCBhDAsAgEFAQH/BCQMIuaZuumdluWNjnwyNjE0fDIwMjUtMTEtMTkgMTI6NTE6NDYwKQIBBgEB/wQh5a6L5beNfDE3MjV8MjAyNi0wNy0xNCAxMDoxMTo1MnwxMCkCAQcBAf8EIeWui+W3jXwxNzI1fDIwMjYtMDctMTQgMTA6MTU6MjZ8Mg==]</Template>
  <TotalTime>0</TotalTime>
  <Words>95</Words>
  <Application>WPS 演示</Application>
  <PresentationFormat>宽屏</PresentationFormat>
  <Paragraphs>32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30" baseType="lpstr">
      <vt:lpstr>Arial</vt:lpstr>
      <vt:lpstr>宋体</vt:lpstr>
      <vt:lpstr>Wingdings</vt:lpstr>
      <vt:lpstr>永中粗黑</vt:lpstr>
      <vt:lpstr>汉仪中黑KW</vt:lpstr>
      <vt:lpstr>仿宋_GB2312</vt:lpstr>
      <vt:lpstr>方正黑体_GBK</vt:lpstr>
      <vt:lpstr>黑体</vt:lpstr>
      <vt:lpstr>微软雅黑</vt:lpstr>
      <vt:lpstr>微软雅黑</vt:lpstr>
      <vt:lpstr>方正雅意黑 GB18030L2</vt:lpstr>
      <vt:lpstr>宋体</vt:lpstr>
      <vt:lpstr>Arial Unicode MS</vt:lpstr>
      <vt:lpstr>等线 Light</vt:lpstr>
      <vt:lpstr>汉仪中等线KW</vt:lpstr>
      <vt:lpstr>等线</vt:lpstr>
      <vt:lpstr>Calibri</vt:lpstr>
      <vt:lpstr>Helvetica Neue</vt:lpstr>
      <vt:lpstr>汉仪书宋二KW</vt:lpstr>
      <vt:lpstr>Wingdings</vt:lpstr>
      <vt:lpstr>方正黑体_GBK</vt:lpstr>
      <vt:lpstr>永中粗黑</vt:lpstr>
      <vt:lpstr>黑体</vt:lpstr>
      <vt:lpstr>Office 主题​​</vt:lpstr>
      <vt:lpstr>XXXXX XXXXXX中期验收汇报</vt:lpstr>
      <vt:lpstr>PowerPoint 演示文稿</vt:lpstr>
      <vt:lpstr>一、主标题</vt:lpstr>
      <vt:lpstr>一、主标题</vt:lpstr>
      <vt:lpstr>一、主标题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周 龙峰</dc:creator>
  <cp:lastModifiedBy>ViSs0</cp:lastModifiedBy>
  <cp:revision>281</cp:revision>
  <dcterms:created xsi:type="dcterms:W3CDTF">2026-09-02T03:04:30Z</dcterms:created>
  <dcterms:modified xsi:type="dcterms:W3CDTF">2026-09-02T03:04:30Z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2539CDA2DFA59608D29A556A631DCD1D_43</vt:lpwstr>
  </property>
  <property fmtid="{D5CDD505-2E9C-101B-9397-08002B2CF9AE}" pid="3" name="KSOProductBuildVer">
    <vt:lpwstr>2052-12.1.28492.28492</vt:lpwstr>
  </property>
</Properties>
</file>